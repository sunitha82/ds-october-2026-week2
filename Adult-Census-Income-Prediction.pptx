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Sora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end-to-end deep learning assessment predicting whether individual annual income exceeds $50K using US Census data. Frame the workflow across model experimentation in MLflow to multi-container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multi-service architecture shown in the diagram. Highlight the separation of concerns: Streamlit frontend, FastAPI gateway, and the model inference container, all isolated in a unified Docker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data cleaning steps and feature pipeline. Mention how 12 demographic variables expand to 90 features after one-hot encoding, and explain the motivation behind comparing optimizer dynamics across three distinct network topologies.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model evaluation results. Highlight the severe class imbalance (76/24) and how class weighting shifted recall from ~62% to over 83%, producing the highest overall validation F1 score of 0.6920.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demo walk-through: verify container health, demonstrate the web interface with realistic census inputs, and test input validation error handling. Reiterate key engineering lessons and ethical considerations regarding historical data biases.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2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39119"/>
          </a:xfrm>
          <a:prstGeom prst="rect">
            <a:avLst/>
          </a:prstGeom>
          <a:solidFill>
            <a:srgbClr val="E8F0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83911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839119"/>
            <a:ext cx="12191695" cy="5018881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5" name="Text 2"/>
          <p:cNvSpPr/>
          <p:nvPr/>
        </p:nvSpPr>
        <p:spPr>
          <a:xfrm>
            <a:off x="507987" y="2178399"/>
            <a:ext cx="116837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DEEP LEARNING DEMO · MLFLOW &amp; DOCKER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7987" y="2483679"/>
            <a:ext cx="11175720" cy="5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200" b="1" spc="-84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Adult Census Income Prediction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07987" y="3271024"/>
            <a:ext cx="11683708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Deep Learning Assessment and Application Demo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7987" y="3848922"/>
            <a:ext cx="11683708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Saraswathi Lakshman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07987" y="4267299"/>
            <a:ext cx="3521979" cy="2285901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81" y="4457799"/>
            <a:ext cx="539736" cy="539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281" y="5155855"/>
            <a:ext cx="328068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OBJECTIVE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49281" y="5475613"/>
            <a:ext cx="3039391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Predict whether annual income is 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above $50,000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or 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$50,000 and below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334759" y="4267299"/>
            <a:ext cx="3522078" cy="2285901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053" y="4457799"/>
            <a:ext cx="539736" cy="539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6053" y="5155855"/>
            <a:ext cx="3280784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TRACKING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76053" y="5475613"/>
            <a:ext cx="3039490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Compare neural networks and track experiments with 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MLflow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8161629" y="4267299"/>
            <a:ext cx="3522078" cy="2285901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2923" y="4457799"/>
            <a:ext cx="539736" cy="539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02923" y="5155855"/>
            <a:ext cx="3280784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DEPLOYMENT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402923" y="5475613"/>
            <a:ext cx="3039490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Serve the selected model using 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FastAPI, Docker Compose and Streamlit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48680"/>
          </a:xfrm>
          <a:prstGeom prst="rect">
            <a:avLst/>
          </a:prstGeom>
          <a:solidFill>
            <a:srgbClr val="1F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4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987" y="491403"/>
            <a:ext cx="11175720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Application Architecture</a:t>
            </a:r>
            <a:endParaRPr lang="en-US" sz="3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2" y="1577280"/>
            <a:ext cx="7061023" cy="5052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21407" y="2188369"/>
            <a:ext cx="4114697" cy="2573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Streamlit: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collects answers and displays predictions.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FastAPI gateway: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forwards requests and handles connection errors.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Model service: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validates inputs, prepares features and runs inference.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Docker Compose: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manages three containers and their shared network.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7721407" y="4964906"/>
            <a:ext cx="4114697" cy="1053306"/>
          </a:xfrm>
          <a:prstGeom prst="roundRect">
            <a:avLst>
              <a:gd name="adj" fmla="val 20256"/>
            </a:avLst>
          </a:prstGeom>
          <a:solidFill>
            <a:srgbClr val="FFFFFF"/>
          </a:solidFill>
          <a:ln w="635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905552" y="5128990"/>
            <a:ext cx="3746406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Saved model and preprocessing files live inside the model container and load once at startup.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406400"/>
            <a:ext cx="539736" cy="539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87" y="1414336"/>
            <a:ext cx="11175720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Data Preparation and Training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07987" y="1965821"/>
            <a:ext cx="2565336" cy="1844675"/>
          </a:xfrm>
          <a:prstGeom prst="roundRect">
            <a:avLst>
              <a:gd name="adj" fmla="val 11566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98483" y="2151559"/>
            <a:ext cx="218434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55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32,537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8483" y="2669655"/>
            <a:ext cx="2184345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32,561 records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, reduced to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32,537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after removing 24 exact duplicates.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78115" y="1965821"/>
            <a:ext cx="2565336" cy="1844675"/>
          </a:xfrm>
          <a:prstGeom prst="roundRect">
            <a:avLst>
              <a:gd name="adj" fmla="val 11566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568611" y="2151559"/>
            <a:ext cx="218434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55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70 / 15 / 15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568611" y="2669655"/>
            <a:ext cx="2184345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Stratified split: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70% training, 15% validation, 15% testing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48244" y="1965821"/>
            <a:ext cx="2565336" cy="1844675"/>
          </a:xfrm>
          <a:prstGeom prst="roundRect">
            <a:avLst>
              <a:gd name="adj" fmla="val 11566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38739" y="2151559"/>
            <a:ext cx="218434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55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12 → 90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38739" y="2669655"/>
            <a:ext cx="218434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Scaled numerical features and one-hot encoded categories: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12 fields became 90 inputs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18372" y="1965821"/>
            <a:ext cx="2565336" cy="1844675"/>
          </a:xfrm>
          <a:prstGeom prst="roundRect">
            <a:avLst>
              <a:gd name="adj" fmla="val 11566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308867" y="2151559"/>
            <a:ext cx="218434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spc="-55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No Leak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308867" y="2669655"/>
            <a:ext cx="2184345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Fitted preprocessing on training data only to prevent leakage.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4376539"/>
          <a:ext cx="5797802" cy="914400"/>
        </p:xfrm>
        <a:graphic>
          <a:graphicData uri="http://schemas.openxmlformats.org/drawingml/2006/table">
            <a:tbl>
              <a:tblPr/>
              <a:tblGrid>
                <a:gridCol w="2608991"/>
                <a:gridCol w="3188811"/>
              </a:tblGrid>
              <a:tr h="4375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Architecture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Hidden layers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5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Small MLP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32, 16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5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Larger MLP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64, 32, 16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48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Larger MLP with dropout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64, 32, 16 with 20% dropout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479" y="4143970"/>
            <a:ext cx="539736" cy="5397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37479" y="4842026"/>
            <a:ext cx="494622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TRAINING STRATEGY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737479" y="5161784"/>
            <a:ext cx="4819232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Six experiments: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compared Adam, SGD with momentum, RMSprop and class weighting. Used early stopping to restore the best validation-loss checkpoint.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19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59106" y="414211"/>
            <a:ext cx="7924602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Model Selection and Evidence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759106" y="1099173"/>
            <a:ext cx="843258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Selected: Small MLP with RMSprop and class weights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759106" y="1624485"/>
            <a:ext cx="7924602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Training classes were approximately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76% lower income and 24% higher income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 Class weights increased the minority class’s influence without creating synthetic records.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59106" y="2338288"/>
          <a:ext cx="7924602" cy="914400"/>
        </p:xfrm>
        <a:graphic>
          <a:graphicData uri="http://schemas.openxmlformats.org/drawingml/2006/table">
            <a:tbl>
              <a:tblPr/>
              <a:tblGrid>
                <a:gridCol w="2694321"/>
                <a:gridCol w="1743361"/>
                <a:gridCol w="1743361"/>
                <a:gridCol w="1743560"/>
              </a:tblGrid>
              <a:tr h="7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Small MLP experiment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Validation precision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Validation recall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Validation F1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5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Adam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72.21%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61.65%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0.6651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5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RMSprop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72.13%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62.07%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0201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0.6673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2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RMSprop with class weights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59.09%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83.50%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C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0.6920</a:t>
                      </a:r>
                      <a:endParaRPr lang="en-US" sz="1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0799" marR="50799" marT="63498" marB="63498" anchor="ctr">
                    <a:lnL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C35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759106" y="4925516"/>
            <a:ext cx="4825879" cy="2193528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949601" y="5065216"/>
            <a:ext cx="4444889" cy="191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Highest validation F1 among all six experiments at threshold 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0.5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Trade-off: identified more higher earners, with more false positives.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Final untouched test results: 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F1 0.6901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, 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recall 83.42%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, 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accuracy 81.95%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889678" y="4925516"/>
            <a:ext cx="2793930" cy="2193528"/>
          </a:xfrm>
          <a:prstGeom prst="roundRect">
            <a:avLst>
              <a:gd name="adj" fmla="val 9727"/>
            </a:avLst>
          </a:prstGeom>
          <a:solidFill>
            <a:srgbClr val="F2F4ED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105573" y="5502227"/>
            <a:ext cx="257803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DEMO NOTE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105573" y="5820843"/>
            <a:ext cx="2362141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Show the MLflow dashboard during the demo to support the comparison.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406400"/>
            <a:ext cx="539736" cy="539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87" y="1414336"/>
            <a:ext cx="11175720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Live Demo and Key Learnings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07987" y="1965821"/>
            <a:ext cx="5435464" cy="3203575"/>
          </a:xfrm>
          <a:prstGeom prst="roundRect">
            <a:avLst>
              <a:gd name="adj" fmla="val 6660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49281" y="2190802"/>
            <a:ext cx="5194170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STEP-BY-STEP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49281" y="2467888"/>
            <a:ext cx="495287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Demo sequence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49281" y="2975868"/>
            <a:ext cx="4952876" cy="1977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Show the three services running in Docker Compose.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Open Streamlit and load the sample profile.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Review the answers and request a prediction.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Show API validation rejecting a negative age with </a:t>
            </a:r>
            <a:pPr algn="l" marL="345440" indent="-345440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HTTP 422</a:t>
            </a:r>
            <a:pPr algn="l" marL="345440" indent="-345440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48244" y="1965821"/>
            <a:ext cx="5435464" cy="3203575"/>
          </a:xfrm>
          <a:prstGeom prst="roundRect">
            <a:avLst>
              <a:gd name="adj" fmla="val 6660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89538" y="2190802"/>
            <a:ext cx="5194170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TAKEAWAYS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89538" y="2467888"/>
            <a:ext cx="495287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Key learnings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89538" y="2975868"/>
            <a:ext cx="4952876" cy="1616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Consistent preprocessing is essential for reliable inference.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Validation evidence guides model selection.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Separate containers communicate using service names and internal ports.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07987" y="5347196"/>
            <a:ext cx="11175720" cy="600869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3" name="Text 10"/>
          <p:cNvSpPr/>
          <p:nvPr/>
        </p:nvSpPr>
        <p:spPr>
          <a:xfrm>
            <a:off x="736582" y="5530330"/>
            <a:ext cx="1094712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Limitations: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historical census data, false positives and no established probability calibration. This is an educational application.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2026-10-25T20:44:42Z</dcterms:created>
  <dcterms:modified xsi:type="dcterms:W3CDTF">2026-10-25T20:44:42Z</dcterms:modified>
</cp:coreProperties>
</file>